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5544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KUMBHATHON  INNOVATION  S.P.R.I.N.T.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Kumbh Setu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field companion for the people who serve the Kumbh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live bridge from the ground to the control room.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4754880"/>
            <a:ext cx="2926080" cy="0"/>
          </a:xfrm>
          <a:prstGeom prst="line">
            <a:avLst/>
          </a:prstGeom>
          <a:noFill/>
          <a:ln w="31750">
            <a:solidFill>
              <a:srgbClr val="BF53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937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·   Solution   ·   Outcomes   ·   The Ask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a mass gathering, the people on the ground</a:t>
            </a:r>
            <a:endParaRPr lang="en-US" sz="2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 people in the control room can't see each other.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7744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volunteer meets thousands of unpredictable situations an hour — medical, lost people, crowd pressure, water, sanitation — across a dozen languages.</a:t>
            </a:r>
            <a:endParaRPr lang="en-US" sz="14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can't know every answer, speak every language, or recall every procedure under stress — and can't stop to fill a form for each thing they see. So most of it goes unreported.</a:t>
            </a:r>
            <a:endParaRPr lang="en-US" sz="14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room learns of it late, as radio anecdotes — no location, no time, no way to tell one report from ten — and acts only after crowding has already escalated.</a:t>
            </a:r>
            <a:endParaRPr lang="en-US" sz="14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Pilgrims who don't read the local signage can't get simple guidance without reaching a police post.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gap is where crowd incidents,</a:t>
            </a:r>
            <a:endParaRPr lang="en-US" sz="2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slow reunifications and blind spots live.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12+ languages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at one ghat on a principal bathing day — most field staff share two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minutes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outcome when a child is missing or someone collapses in a dense crowd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anecdotes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— is how ground truth reaches the control room today; it can't be verified or ranked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crowd management is reactive physical security — radios, paper logs, manual cordoning. The information exists on the ground; it just never becomes operational.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connected platform: three role apps,</a:t>
            </a:r>
            <a:endParaRPr lang="en-US" sz="27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live backbone, Kumbh Setu AI across all of it.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app — map, one-tap SOS, facilities, Lost &amp; Found, Plan-my-Kumbh, and Setu to ask anything in your language.</a:t>
            </a:r>
            <a:endParaRPr lang="en-US" sz="13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field companion — voice-first: ask, get the procedure as a checklist, translate live for a pilgrim, report what you see, manage your tasks.</a:t>
            </a:r>
            <a:endParaRPr lang="en-US" sz="13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— one screen: live map + real Nashik infrastructure, Kumbh Pulse risk, emerging signals, an Ops Copilot, advisories, a full audit log, a CCTV/security layer.</a:t>
            </a:r>
            <a:endParaRPr lang="en-US" sz="13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anywhere reaches the others in real time. The AI proposes; a human always confirms.</a:t>
            </a:r>
            <a:endParaRPr lang="en-US" sz="1350" dirty="0"/>
          </a:p>
        </p:txBody>
      </p:sp>
      <p:pic>
        <p:nvPicPr>
          <p:cNvPr id="5" name="Image 0" descr="C:\Users\ASUS\OneDrive\Desktop\KumbhSetu\docs\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965960"/>
            <a:ext cx="4480560" cy="35204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132320" y="1965960"/>
            <a:ext cx="4480560" cy="352044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04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THE FIELD COMPANION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 naturally. Setu understands,</a:t>
            </a:r>
            <a:endParaRPr lang="en-US" sz="27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answers, translates, and structures the report.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do if someone faints?” → the SOP as a numbered checklist, with its source.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talk to a Tamil pilgrim” → a live two-way translator, each turn playable aloud (EN / हिन्दी / मराठी / தமிழ், built for all Maharashtra-region languages).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 a water shortage here” + a photo → Setu structures category, severity, headcount, GPS, confidence — marked UNVERIFIED — and one tap files it.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holy dip today?” → the date- and ghat-specific answer (Vaishnava → Ramkund, Shaiva → Kushavarta).</a:t>
            </a:r>
            <a:endParaRPr lang="en-US" sz="1250" dirty="0"/>
          </a:p>
        </p:txBody>
      </p:sp>
      <p:pic>
        <p:nvPicPr>
          <p:cNvPr id="5" name="Image 0" descr="C:\Users\ASUS\OneDrive\Desktop\KumbhSetu\docs\screenshots\06-field-procedure-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2148840" cy="46634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452360" y="1417320"/>
            <a:ext cx="2148840" cy="466344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pic>
        <p:nvPicPr>
          <p:cNvPr id="7" name="Image 1" descr="C:\Users\ASUS\OneDrive\Desktop\KumbhSetu\docs\screenshots\07-field-ground-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234440"/>
            <a:ext cx="2194560" cy="5074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9692640" y="1234440"/>
            <a:ext cx="2194560" cy="507492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05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THE CONTROL 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Weak field signals become one thing</a:t>
            </a:r>
            <a:endParaRPr lang="en-US" sz="27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worth a human's attention.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Pulse: an explainable 0–100 crowd-risk score per zone — contributor bars, model version, confidence. Never one opaque number.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reports aggregate into an EMERGING SIGNAL; its confidence rises with independent corroboration. An operator verifies, then promotes it to a dispatchable incident.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 and language-aware dispatch (with a crowd-density travel-time model), advisories to every pilgrim phone in scope, and a tamper-evident audit trail.</a:t>
            </a:r>
            <a:endParaRPr lang="en-US" sz="1250" dirty="0"/>
          </a:p>
          <a:p>
            <a:pPr marL="152400" indent="-1524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2,900+ real Nashik places (Nashik Monitor open data) as a live reference layer.</a:t>
            </a:r>
            <a:endParaRPr lang="en-US" sz="1250" dirty="0"/>
          </a:p>
        </p:txBody>
      </p:sp>
      <p:pic>
        <p:nvPicPr>
          <p:cNvPr id="5" name="Image 0" descr="C:\Users\ASUS\OneDrive\Desktop\KumbhSetu\docs\screenshots\10-mgmt-pu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029200" cy="36118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37960" y="1783080"/>
            <a:ext cx="5029200" cy="361188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Copilot — “give me the operational overview”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THE LOOP THAT CLOSES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Observe → Corroborate → Signal → Decide → Resolve → Audit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Observe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9806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speaks a report + photo. Structured, GPS-tagged, audit-logged.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Corroborate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9806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volunteers report the same. Verification status climbs the ladder.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9806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Pulse raises an emerging signal; confidence tracks corroboration.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325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06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764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verifies, promotes to an incident, dispatches the right volunteer.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325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306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Resolve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764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→ arrive → resolve, each step on the control-room timeline.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244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325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306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Audit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764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chain — who knew what, when — in one exportable ledger.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179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acts on its own — every arrow is real state, and a human authorises every dispatch.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changes when the loop closes.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Response time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9659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volunteer, not just the nearest one — matched on skill, language and crowd-adjusted travel time; dispatch in one confirmed click, not a radio round-robin.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Ground truth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6974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becomes a located, timed, ranked signal. Corroboration separates a real problem from a one-off before assets move.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Early warning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4290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room sees a build-up while it's still an inconvenience — with a confidence figure it can defend to the incident commander.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Reunification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41605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missing-person case, matched against found-person reports, with a QR handshake at handover — not a search on foot.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tamper-evident ledger of every AI suggestion, volunteer action and operator decision — ready for a post-event inquiry.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623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Reach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56235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pilgrim who reads no local language gets guidance in their own — without approaching a police post.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today; these are the outcomes a zone-level pilot would measure — MTTR, corroboration lead time, reunification time, advisory reach.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FROM AUTHORITIES, GOVERNMENT &amp; PARTNERS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Give us one sanctioned zone, the data, and</a:t>
            </a:r>
            <a:endParaRPr lang="en-US" sz="26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seat in the control room.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0939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Event &amp; district authority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6829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NTKMA · Nashik &amp; Trimbakeshwar municipal · SP office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0604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sanctioned pilot in one zone during a Simhastha parva or a large temple-town festival, with the control-room team in the loop — and access to the zone / facility / route data behind the digital twin.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20939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State government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36829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DoIT · State Disaster Management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60604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 crowd-safety decision support; a line in the Simhastha 2027 digital-infrastructure plan; a path to integrate with the state 112 / emergency stack.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6027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Bhashini / MeitY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387705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Language Translation Mission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translation API access for the 22 scheduled languages at event scale, behind our provider interface.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36027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Akhara Parishad &amp; temple trusts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387705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Trimbakeshwar Devasthan · Akhara Parishad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authoritative feed of the snan / procession schedule, and an endorsement so pilgrims trust the advisories.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1114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Volunteer bodies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538581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NYKS · NSS · local seva sangathans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56235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credentialing partnership so the verified-hours certificate carries weight — the reason a working professional keeps picking up tasks.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498348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4808" y="51114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Telecom / TRAI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538581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56235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SMS lane for the degraded-network fallback when towers are saturated on a peak day.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09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field-to-control-room nervous system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mass gathering needs and doesn't have.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49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assistants answer questions. Kumbh Setu helps the people serving the Kumbh understand, communicate, act and report — and turns what they see into operational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2926080" cy="0"/>
          </a:xfrm>
          <a:prstGeom prst="line">
            <a:avLst/>
          </a:prstGeom>
          <a:noFill/>
          <a:ln w="31750">
            <a:solidFill>
              <a:srgbClr val="BF53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2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 →  /login  —  pilgrim / volunteer / management, password kumbh2027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github.com/Ayush-170906/KumbhSetu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· 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396935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Kumbh Setu — Problem, Solution, Outcomes, Ask</dc:title>
  <dc:subject>PptxGenJS Presentation</dc:subject>
  <dc:creator>PptxGenJS</dc:creator>
  <cp:lastModifiedBy>PptxGenJS</cp:lastModifiedBy>
  <cp:revision>1</cp:revision>
  <dcterms:created xsi:type="dcterms:W3CDTF">2026-09-06T12:48:54Z</dcterms:created>
  <dcterms:modified xsi:type="dcterms:W3CDTF">2026-09-06T12:48:54Z</dcterms:modified>
</cp:coreProperties>
</file>