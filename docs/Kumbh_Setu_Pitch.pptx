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KUMBHATHON  INNOVATION  S.P.R.I.N.T. 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Kumbh Setu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field companion for the people who serve the Kumbh 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live bridge from what they see on the ground to the control room.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2926080" cy="0"/>
          </a:xfrm>
          <a:prstGeom prst="line">
            <a:avLst/>
          </a:prstGeom>
          <a:noFill/>
          <a:ln w="31750">
            <a:solidFill>
              <a:srgbClr val="BF53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   </a:t>
            </a:r>
            <a:pPr indent="0" marL="0">
              <a:buNone/>
            </a:pPr>
            <a:r>
              <a:rPr lang="en-US" sz="1300" b="1" dirty="0">
                <a:solidFill>
                  <a:srgbClr val="F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Volunteer   </a:t>
            </a:r>
            <a:pPr indent="0" marL="0">
              <a:buNone/>
            </a:pPr>
            <a:r>
              <a:rPr lang="en-US" sz="1300" b="1" dirty="0">
                <a:solidFill>
                  <a:srgbClr val="F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Control Room</a:t>
            </a:r>
            <a:pPr indent="0" marL="0">
              <a:buNone/>
            </a:pPr>
            <a:r>
              <a:rPr lang="en-US" sz="13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one live platform, four languages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field worker at a mass gathering can't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carry it all in their head.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7498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unpredictable human situations, every hour — medical, lost people, crowd pressure, water, sanitation.</a:t>
            </a:r>
            <a:endParaRPr lang="en-US" sz="15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can't know every answer, speak every language, or remember every procedure under stress.</a:t>
            </a:r>
            <a:endParaRPr lang="en-US" sz="15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 can't stop to fill a form for each thing they see — so most of it goes unreported.</a:t>
            </a:r>
            <a:endParaRPr lang="en-US" sz="15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room hears it late, as radio anecdotes — no location, no time, no way to tell one report from ten.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2743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languages</a:t>
            </a:r>
            <a:endParaRPr lang="en-US" sz="2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single ghat on a Shahi Snan day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42062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2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when a child is missing or someone collapses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Setu is a copilot for the volunteer —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 chatbot for the pilgrim.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one field worker significantly more capable, and turns every field interaction into structured operational intelligence.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SPEAK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language — voice or text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4023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urgency, the Kumbh context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023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3200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translate, report, escalate — with a human in the loop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 open menu  →  find feature  →  fill form  →  submit.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connected apps on one live backbone,</a:t>
            </a:r>
            <a:endParaRPr lang="en-US" sz="3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Kumbh Setu AI across all of them.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 — a mobile app: map, one-tap SOS, facilities, Lost &amp; Found, and Setu to ask anything in your language.</a:t>
            </a:r>
            <a:endParaRPr lang="en-US" sz="13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— a voice-first field companion: ask, get the procedure as steps, translate for a pilgrim, report what you see, manage your tasks.</a:t>
            </a:r>
            <a:endParaRPr lang="en-US" sz="13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— one screen for the whole ground: live map, Kumbh Pulse risk, emerging signals, an Ops Copilot, advisories, full audit log.</a:t>
            </a:r>
            <a:endParaRPr lang="en-US" sz="13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anywhere propagates to the others in real time. Sign in per role — three tabs, three roles, one synced picture.</a:t>
            </a:r>
            <a:endParaRPr lang="en-US" sz="1350" dirty="0"/>
          </a:p>
        </p:txBody>
      </p:sp>
      <p:pic>
        <p:nvPicPr>
          <p:cNvPr id="7" name="Image 0" descr="C:\Users\ASUS\OneDrive\Desktop\KumbhSetu\docs\screen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965960"/>
            <a:ext cx="4572000" cy="3566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040880" y="1965960"/>
            <a:ext cx="4572000" cy="356616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04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 EXPERIENCE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in your language. Get a straight answer,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 a hand-off to the right screen.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Facilities, routes, darshan, bathing days, safety — grounded in a verified Kumbh knowledge base, with the source shown.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“I don’t have verified information for that” instead of inventing dates or numbers.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help” / “I lost my son” → Setu opens SOS or Lost &amp; Found for you — one confirmed tap.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mid-range phone; degrades gracefully when the signal is weak.</a:t>
            </a:r>
            <a:endParaRPr lang="en-US" sz="1300" dirty="0"/>
          </a:p>
        </p:txBody>
      </p:sp>
      <p:pic>
        <p:nvPicPr>
          <p:cNvPr id="7" name="Image 0" descr="C:\Users\ASUS\OneDrive\Desktop\KumbhSetu\docs\screenshots\03-pilgrim-ai-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63040"/>
            <a:ext cx="2148840" cy="46177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452360" y="1463040"/>
            <a:ext cx="2148840" cy="461772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pic>
        <p:nvPicPr>
          <p:cNvPr id="9" name="Image 1" descr="C:\Users\ASUS\OneDrive\Desktop\KumbhSetu\docs\screenshots\04-pilgrim-ai-lostf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463040"/>
            <a:ext cx="2148840" cy="46177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9738360" y="1463040"/>
            <a:ext cx="2148840" cy="461772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05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FIELD COMPANION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“What do I do if someone faints?”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→ the SOP, as a checklist, sourced.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Voice-first: tap-to-talk, live transcript, spoken replies, replay — with a text + camera fallback for noise.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from live facility / zone data and the Kumbh SOP library — not the model’s memory.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questions return a numbered checklist and end with “if this is happening now, say raise an incident”.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actions (create incident, escalate, resolve) always need one confirmation.</a:t>
            </a:r>
            <a:endParaRPr lang="en-US" sz="1300" dirty="0"/>
          </a:p>
        </p:txBody>
      </p:sp>
      <p:pic>
        <p:nvPicPr>
          <p:cNvPr id="7" name="Image 0" descr="C:\Users\ASUS\OneDrive\Desktop\KumbhSetu\docs\screenshots\05-field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63040"/>
            <a:ext cx="2148840" cy="46177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452360" y="1463040"/>
            <a:ext cx="2148840" cy="461772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pic>
        <p:nvPicPr>
          <p:cNvPr id="9" name="Image 1" descr="C:\Users\ASUS\OneDrive\Desktop\KumbhSetu\docs\screenshots\06-field-procedure-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463040"/>
            <a:ext cx="2148840" cy="46177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9738360" y="1463040"/>
            <a:ext cx="2148840" cy="461772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06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BRIDGE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volunteer and a pilgrim who don’t share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language, having a conversation.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7315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हिन्दी · मराठी · தமிழ் today — a LanguageService built to add every Maharashtra-region language.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(“translate this into Tamil”) and a live two-way relay mode — each turn translated and playable aloud.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source shown on every line; the phrasebook layer is honest about what it can’t translate.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STT / TTS / MT provider (e.g. Sarvam) drops in behind the same interface — no UI change.</a:t>
            </a:r>
            <a:endParaRPr lang="en-US" sz="1300" dirty="0"/>
          </a:p>
        </p:txBody>
      </p:sp>
      <p:pic>
        <p:nvPicPr>
          <p:cNvPr id="7" name="Image 0" descr="C:\Users\ASUS\OneDrive\Desktop\KumbhSetu\docs\screenshots\08-field-trans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371600"/>
            <a:ext cx="2286000" cy="49377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9509760" y="1371600"/>
            <a:ext cx="2286000" cy="493776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REPORTING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Speak it once. Setu structures it,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attaches GPS and time, and files it.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“Report a water shortage here” → Setu asks only what’s missing (a headcount) — nothing else.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category, severity, people affected, location, source, an AI-confidence score — marked UNVERIFIED.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photo; the vision layer proposes a category. Ground truth is never confused with verified fact.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it to the control room. Offline, it queues and syncs when the signal returns.</a:t>
            </a:r>
            <a:endParaRPr lang="en-US" sz="1300" dirty="0"/>
          </a:p>
        </p:txBody>
      </p:sp>
      <p:pic>
        <p:nvPicPr>
          <p:cNvPr id="7" name="Image 0" descr="C:\Users\ASUS\OneDrive\Desktop\KumbhSetu\docs\screenshots\07-field-ground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234440"/>
            <a:ext cx="2377440" cy="52120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772400" y="1234440"/>
            <a:ext cx="2377440" cy="521208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08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PULSE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Several weak field signals become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thing worth a human’s attention.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0–100 crowd-risk score per zone — contributor bars, model version, confidence. Never one opaque number.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reports aggregate into an EMERGING SIGNAL; its confidence rises with independent corroboration.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automation — an operator verifies, then promotes a signal to a dispatchable incident.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Stage 0: rule-based over synthetic signals, not a certified safety model.</a:t>
            </a:r>
            <a:endParaRPr lang="en-US" sz="1250" dirty="0"/>
          </a:p>
        </p:txBody>
      </p:sp>
      <p:pic>
        <p:nvPicPr>
          <p:cNvPr id="7" name="Image 0" descr="C:\Users\ASUS\OneDrive\Desktop\KumbhSetu\docs\screenshots\10-mgmt-pul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28800"/>
            <a:ext cx="4937760" cy="3566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6675120" y="1828800"/>
            <a:ext cx="4937760" cy="3566160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09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+ OPS COPILOT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screen for the whole ground —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you can just ask it.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(abstract or real GIS), active incidents, volunteer roster, per-zone Pulse, field reports, advisories, audit log.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Copilot: “give me the overview”, “which zones are at risk”, “show the signals” — the whole ground in one line.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publish an advisory to every pilgrim phone in scope (with confirmation) — worded as an instruction, not a warning.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corroborated signal straight to a dispatchable incident; every action lands in the audit log with actor and time.</a:t>
            </a:r>
            <a:endParaRPr lang="en-US" sz="1250" dirty="0"/>
          </a:p>
        </p:txBody>
      </p:sp>
      <p:pic>
        <p:nvPicPr>
          <p:cNvPr id="7" name="Image 0" descr="C:\Users\ASUS\OneDrive\Desktop\KumbhSetu\docs\screenshots\09-mgmt-ope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65960"/>
            <a:ext cx="5577840" cy="349300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241A12">
                <a:alpha val="2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989320" y="1965960"/>
            <a:ext cx="5577840" cy="3493008"/>
          </a:xfrm>
          <a:prstGeom prst="rect">
            <a:avLst/>
          </a:prstGeom>
          <a:ln w="9525">
            <a:solidFill>
              <a:srgbClr val="DDD0B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55321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Copilot — “give me the operational overview”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10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THAT WINS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1440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Observe  →  Corroborate  →  Signal  →  Decide  →  Resolve  →  Audit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9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Observe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163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speaks a report + photo. GR created, audit event written.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359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Corroborate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163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volunteers report the same thing. Verification status climbs.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359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Signal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8163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Pulse raises an emerging signal; confidence tracks corroboration.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325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78231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verifies, promotes it to an incident, dispatches the right volunteer.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160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325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Resolve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78231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→ arrive → resolve. Each step on the control-room timeline.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4160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2E2117"/>
          </a:solidFill>
          <a:ln w="9525">
            <a:solidFill>
              <a:srgbClr val="46352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3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4325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Audit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78231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chain — who knew what, when — in one exportable log.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real state, synced live — and the AI never acts on its own.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to be trusted, and to plug in real models.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Provider interface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148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AIProvider / SpeechProvider / TranslationProvider / VisionProvider. Mock now (no keys, fully offline); Sarvam or another service drops in with no UI change.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46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Tool-calling, gated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proposes; a typed tool layer validates, checks role authorisation, and requires confirmation for anything high-risk. It never touches state directly.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RAG over a Kumbh KB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4343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verified passages — what the Kumbh is, Shahi Snan, akharas, ghats, SOPs, control-room guides — retrieved and weighted by who’s asking.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40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Human-in-the-loop + audit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5440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 retrieved vs AI-inference vs user-report are kept distinct. Every AI action is logged with actor and time. Offline reports queue.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37/37 automated reasoning checks pass · tsc + lint clean · production build green.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ISN’T A GENERIC ASSISTANT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knows the Kumbh.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Simhastha, Shahi / Amrit Snan, the akhara procession order, Trimbakeshwar Jyotirlinga, Kushavarta, Ramkund and the ghats.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lanes for elderly and divyang pilgrims; cloakrooms before the ghat; hydration and shade in the 11–16h heat.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Crowd-safety phrasing that gives an instruction (“move left toward the blue gate”), never “don’t panic”.</a:t>
            </a:r>
            <a:endParaRPr lang="en-US" sz="14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pilgrims off a red ghat to a calmer one — without stampeding everyone to a single alternative.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are not building a super-app. We are building the one thing a mass gathering needs and doesn’t have: a field-to-control-room nervous system.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pilgrim app is free, forever.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sell the operations layer.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487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Per-event deployment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17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 authority / state / NTKMA. Setup + an operations fee for the event window. Crowd safety is already a budgeted line item at a Simhastha.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487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Year-round SaaS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017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corporations and large temple trusts — Trimbakeshwar, Shirdi, Pandharpur, Tirupati, Vaishno Devi — annual subscription for recurring crowd events.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3EBDD"/>
          </a:solidFill>
          <a:ln w="9525">
            <a:solidFill>
              <a:srgbClr val="DDD0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2487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Usage add-ons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3017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Language/AI minutes (STT/TTS/MT passthrough), SMS/push, extra zones and volunteer seats.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92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Wedge: a Kumbhathon pilot → one Simhastha zone → the full event → cross-sell to other pilgrimage sites off the same platform.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story: response time, lost-person reunification, and a defensible audit trail — measured against the cost of one incident.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retention: verified-hours certificate, recognition, and priority for future events — the reason a sevak keeps picking up tasks.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53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4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241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What’s real today vs simulated.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D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Genuinely functional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40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Simulated / next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incident lifecycle + skill/language-aware dispatch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cross-tab sync, local persistence, real audit trail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intent routing, tool policy, confirm gates, ground-report structuring, offline queue — all real logic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Leaflet/OSM GIS + real registered hospital/police reference points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6032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facilities, volunteers, incidents, risk numbers — synthetic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Pulse = rule-based Stage 0, not a validated model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LLM / speech / translation / vision = local mock providers (no keys); translation is a phrasebook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cross-device sync yet; no SSO/RBAC — sign-in is a demo gate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is labelled SIMULATION MODE. Nothing here claims to be live Nashik–Trimbakeshwar data.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Setu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Shortlist us to pilot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EC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field-to-control-room loop.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regional languages across Maharashtra, a real MT/STT provider, a Help Desk queue, and a volunteer rewards layer.</a:t>
            </a:r>
            <a:endParaRPr lang="en-US" sz="13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a real backend (Postgres + websockets), SSO + RBAC, and a hardened Kumbh Pulse with reviewed thresholds.</a:t>
            </a:r>
            <a:endParaRPr lang="en-US" sz="1350" dirty="0"/>
          </a:p>
          <a:p>
            <a:pPr marL="152400" indent="-1524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target: one zone at a Simhastha or a large temple-town festival, with the operations team in the loop.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5669280"/>
            <a:ext cx="2926080" cy="0"/>
          </a:xfrm>
          <a:prstGeom prst="line">
            <a:avLst/>
          </a:prstGeom>
          <a:noFill/>
          <a:ln w="31750">
            <a:solidFill>
              <a:srgbClr val="BF53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20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 →  /login  —  pilgrim / volunteer / management, password kumbh2027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C9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 · SYNTHETIC DATA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Kumbhathon SPRINT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Kumbh Setu — AI Field Companion</dc:title>
  <dc:subject>PptxGenJS Presentation</dc:subject>
  <dc:creator>Kumbh Setu</dc:creator>
  <cp:lastModifiedBy>Kumbh Setu</cp:lastModifiedBy>
  <cp:revision>1</cp:revision>
  <dcterms:created xsi:type="dcterms:W3CDTF">2026-09-06T10:09:57Z</dcterms:created>
  <dcterms:modified xsi:type="dcterms:W3CDTF">2026-09-06T10:09:57Z</dcterms:modified>
</cp:coreProperties>
</file>